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2274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13847-96B3-465E-8AFD-F3BC4D4C2CC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9D9935-DF31-4329-8F3B-3F680EFC6C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78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9D9935-DF31-4329-8F3B-3F680EFC6C5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7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8A8E-3401-457F-AB59-B65765E1E3E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AE1A-E0B4-4EDE-B8EA-6B19A33C8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121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8A8E-3401-457F-AB59-B65765E1E3E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AE1A-E0B4-4EDE-B8EA-6B19A33C8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707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8A8E-3401-457F-AB59-B65765E1E3E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AE1A-E0B4-4EDE-B8EA-6B19A33C8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951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8A8E-3401-457F-AB59-B65765E1E3E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AE1A-E0B4-4EDE-B8EA-6B19A33C8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475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8A8E-3401-457F-AB59-B65765E1E3E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AE1A-E0B4-4EDE-B8EA-6B19A33C8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0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8A8E-3401-457F-AB59-B65765E1E3E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AE1A-E0B4-4EDE-B8EA-6B19A33C8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185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8A8E-3401-457F-AB59-B65765E1E3E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AE1A-E0B4-4EDE-B8EA-6B19A33C8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6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8A8E-3401-457F-AB59-B65765E1E3E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AE1A-E0B4-4EDE-B8EA-6B19A33C8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469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8A8E-3401-457F-AB59-B65765E1E3E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AE1A-E0B4-4EDE-B8EA-6B19A33C8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88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8A8E-3401-457F-AB59-B65765E1E3E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AE1A-E0B4-4EDE-B8EA-6B19A33C8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947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88A8E-3401-457F-AB59-B65765E1E3E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2AE1A-E0B4-4EDE-B8EA-6B19A33C8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99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388A8E-3401-457F-AB59-B65765E1E3E0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B2AE1A-E0B4-4EDE-B8EA-6B19A33C84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975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146B47-096A-7B1E-7F1B-33D619359639}"/>
              </a:ext>
            </a:extLst>
          </p:cNvPr>
          <p:cNvSpPr/>
          <p:nvPr/>
        </p:nvSpPr>
        <p:spPr>
          <a:xfrm>
            <a:off x="273376" y="254523"/>
            <a:ext cx="2960017" cy="28374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tx1"/>
                </a:solidFill>
              </a:rPr>
              <a:t>Day 18</a:t>
            </a:r>
          </a:p>
          <a:p>
            <a:pPr algn="ctr"/>
            <a:endParaRPr lang="fi-FI" dirty="0">
              <a:solidFill>
                <a:schemeClr val="tx1"/>
              </a:solidFill>
            </a:endParaRPr>
          </a:p>
          <a:p>
            <a:pPr algn="ctr"/>
            <a:r>
              <a:rPr lang="fi-FI" dirty="0">
                <a:solidFill>
                  <a:schemeClr val="tx1"/>
                </a:solidFill>
              </a:rPr>
              <a:t>Hi Birgit</a:t>
            </a:r>
          </a:p>
          <a:p>
            <a:pPr algn="ctr"/>
            <a:endParaRPr lang="fi-FI" dirty="0">
              <a:solidFill>
                <a:schemeClr val="tx1"/>
              </a:solidFill>
            </a:endParaRPr>
          </a:p>
          <a:p>
            <a:pPr algn="ctr"/>
            <a:r>
              <a:rPr lang="fi-FI" dirty="0">
                <a:solidFill>
                  <a:schemeClr val="tx1"/>
                </a:solidFill>
              </a:rPr>
              <a:t>(</a:t>
            </a:r>
            <a:r>
              <a:rPr lang="fi-FI" dirty="0" err="1">
                <a:solidFill>
                  <a:schemeClr val="tx1"/>
                </a:solidFill>
              </a:rPr>
              <a:t>lorem</a:t>
            </a:r>
            <a:r>
              <a:rPr lang="fi-FI" dirty="0">
                <a:solidFill>
                  <a:schemeClr val="tx1"/>
                </a:solidFill>
              </a:rPr>
              <a:t> </a:t>
            </a:r>
            <a:r>
              <a:rPr lang="fi-FI" dirty="0" err="1">
                <a:solidFill>
                  <a:schemeClr val="tx1"/>
                </a:solidFill>
              </a:rPr>
              <a:t>ipsum</a:t>
            </a:r>
            <a:r>
              <a:rPr lang="fi-FI" dirty="0">
                <a:solidFill>
                  <a:schemeClr val="tx1"/>
                </a:solidFill>
              </a:rPr>
              <a:t> of </a:t>
            </a:r>
            <a:r>
              <a:rPr lang="fi-FI" dirty="0" err="1">
                <a:solidFill>
                  <a:schemeClr val="tx1"/>
                </a:solidFill>
              </a:rPr>
              <a:t>her</a:t>
            </a:r>
            <a:r>
              <a:rPr lang="fi-FI" dirty="0">
                <a:solidFill>
                  <a:schemeClr val="tx1"/>
                </a:solidFill>
              </a:rPr>
              <a:t> and </a:t>
            </a:r>
            <a:r>
              <a:rPr lang="fi-FI" dirty="0" err="1">
                <a:solidFill>
                  <a:schemeClr val="tx1"/>
                </a:solidFill>
              </a:rPr>
              <a:t>her</a:t>
            </a:r>
            <a:r>
              <a:rPr lang="fi-FI" dirty="0">
                <a:solidFill>
                  <a:schemeClr val="tx1"/>
                </a:solidFill>
              </a:rPr>
              <a:t> </a:t>
            </a:r>
            <a:r>
              <a:rPr lang="fi-FI" dirty="0" err="1">
                <a:solidFill>
                  <a:schemeClr val="tx1"/>
                </a:solidFill>
              </a:rPr>
              <a:t>journey</a:t>
            </a:r>
            <a:r>
              <a:rPr lang="fi-FI" dirty="0">
                <a:solidFill>
                  <a:schemeClr val="tx1"/>
                </a:solidFill>
              </a:rPr>
              <a:t> to </a:t>
            </a:r>
            <a:r>
              <a:rPr lang="fi-FI" dirty="0" err="1">
                <a:solidFill>
                  <a:schemeClr val="tx1"/>
                </a:solidFill>
              </a:rPr>
              <a:t>event</a:t>
            </a:r>
            <a:r>
              <a:rPr lang="fi-FI" dirty="0">
                <a:solidFill>
                  <a:schemeClr val="tx1"/>
                </a:solidFill>
              </a:rPr>
              <a:t>)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038ABC-B205-33A8-D118-DC7FF785D14D}"/>
              </a:ext>
            </a:extLst>
          </p:cNvPr>
          <p:cNvSpPr/>
          <p:nvPr/>
        </p:nvSpPr>
        <p:spPr>
          <a:xfrm>
            <a:off x="3429000" y="254523"/>
            <a:ext cx="2960017" cy="28374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tx1"/>
                </a:solidFill>
              </a:rPr>
              <a:t>Content of </a:t>
            </a:r>
            <a:r>
              <a:rPr lang="fi-FI" dirty="0" err="1">
                <a:solidFill>
                  <a:schemeClr val="tx1"/>
                </a:solidFill>
              </a:rPr>
              <a:t>the</a:t>
            </a:r>
            <a:r>
              <a:rPr lang="fi-FI" dirty="0">
                <a:solidFill>
                  <a:schemeClr val="tx1"/>
                </a:solidFill>
              </a:rPr>
              <a:t> </a:t>
            </a:r>
            <a:r>
              <a:rPr lang="fi-FI" dirty="0" err="1">
                <a:solidFill>
                  <a:schemeClr val="tx1"/>
                </a:solidFill>
              </a:rPr>
              <a:t>day</a:t>
            </a:r>
            <a:endParaRPr lang="fi-FI" dirty="0">
              <a:solidFill>
                <a:schemeClr val="tx1"/>
              </a:solidFill>
            </a:endParaRPr>
          </a:p>
          <a:p>
            <a:pPr algn="ctr"/>
            <a:endParaRPr lang="fi-FI" dirty="0">
              <a:solidFill>
                <a:schemeClr val="tx1"/>
              </a:solidFill>
            </a:endParaRPr>
          </a:p>
          <a:p>
            <a:pPr algn="ctr"/>
            <a:r>
              <a:rPr lang="fi-FI" dirty="0">
                <a:solidFill>
                  <a:schemeClr val="tx1"/>
                </a:solidFill>
              </a:rPr>
              <a:t>Voice </a:t>
            </a:r>
          </a:p>
          <a:p>
            <a:pPr algn="ctr"/>
            <a:r>
              <a:rPr lang="fi-FI" dirty="0">
                <a:solidFill>
                  <a:schemeClr val="tx1"/>
                </a:solidFill>
              </a:rPr>
              <a:t>Sound</a:t>
            </a:r>
          </a:p>
          <a:p>
            <a:pPr algn="ctr"/>
            <a:r>
              <a:rPr lang="fi-FI" dirty="0">
                <a:solidFill>
                  <a:schemeClr val="tx1"/>
                </a:solidFill>
              </a:rPr>
              <a:t>Video</a:t>
            </a:r>
          </a:p>
          <a:p>
            <a:pPr algn="ctr"/>
            <a:r>
              <a:rPr lang="fi-FI" dirty="0">
                <a:solidFill>
                  <a:schemeClr val="tx1"/>
                </a:solidFill>
              </a:rPr>
              <a:t>Picture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62A10A-0B6F-8A34-5CA9-952E4CEF36CB}"/>
              </a:ext>
            </a:extLst>
          </p:cNvPr>
          <p:cNvSpPr/>
          <p:nvPr/>
        </p:nvSpPr>
        <p:spPr>
          <a:xfrm>
            <a:off x="273374" y="3431355"/>
            <a:ext cx="2960017" cy="28374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err="1">
                <a:solidFill>
                  <a:schemeClr val="tx1"/>
                </a:solidFill>
              </a:rPr>
              <a:t>Upsell</a:t>
            </a:r>
            <a:r>
              <a:rPr lang="fi-FI" dirty="0">
                <a:solidFill>
                  <a:schemeClr val="tx1"/>
                </a:solidFill>
              </a:rPr>
              <a:t> </a:t>
            </a:r>
            <a:r>
              <a:rPr lang="fi-FI" dirty="0" err="1">
                <a:solidFill>
                  <a:schemeClr val="tx1"/>
                </a:solidFill>
              </a:rPr>
              <a:t>from</a:t>
            </a:r>
            <a:r>
              <a:rPr lang="fi-FI" dirty="0">
                <a:solidFill>
                  <a:schemeClr val="tx1"/>
                </a:solidFill>
              </a:rPr>
              <a:t> </a:t>
            </a:r>
            <a:r>
              <a:rPr lang="fi-FI" dirty="0" err="1">
                <a:solidFill>
                  <a:schemeClr val="tx1"/>
                </a:solidFill>
              </a:rPr>
              <a:t>campaign</a:t>
            </a:r>
            <a:r>
              <a:rPr lang="fi-FI" dirty="0">
                <a:solidFill>
                  <a:schemeClr val="tx1"/>
                </a:solidFill>
              </a:rPr>
              <a:t> </a:t>
            </a:r>
            <a:r>
              <a:rPr lang="fi-FI" dirty="0" err="1">
                <a:solidFill>
                  <a:schemeClr val="tx1"/>
                </a:solidFill>
              </a:rPr>
              <a:t>owner</a:t>
            </a:r>
            <a:r>
              <a:rPr lang="fi-FI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fi-FI" dirty="0">
              <a:solidFill>
                <a:schemeClr val="tx1"/>
              </a:solidFill>
            </a:endParaRPr>
          </a:p>
          <a:p>
            <a:pPr algn="ctr"/>
            <a:r>
              <a:rPr lang="fi-FI" dirty="0" err="1">
                <a:solidFill>
                  <a:schemeClr val="tx1"/>
                </a:solidFill>
              </a:rPr>
              <a:t>Brand</a:t>
            </a:r>
            <a:r>
              <a:rPr lang="fi-FI" dirty="0">
                <a:solidFill>
                  <a:schemeClr val="tx1"/>
                </a:solidFill>
              </a:rPr>
              <a:t> products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CB442E-F6E9-9A8C-D7CB-1B906023DE37}"/>
              </a:ext>
            </a:extLst>
          </p:cNvPr>
          <p:cNvSpPr/>
          <p:nvPr/>
        </p:nvSpPr>
        <p:spPr>
          <a:xfrm>
            <a:off x="3428997" y="3431355"/>
            <a:ext cx="2960017" cy="28374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tx1"/>
                </a:solidFill>
              </a:rPr>
              <a:t>Cross </a:t>
            </a:r>
            <a:r>
              <a:rPr lang="fi-FI" dirty="0" err="1">
                <a:solidFill>
                  <a:schemeClr val="tx1"/>
                </a:solidFill>
              </a:rPr>
              <a:t>sell</a:t>
            </a:r>
            <a:r>
              <a:rPr lang="fi-FI" dirty="0">
                <a:solidFill>
                  <a:schemeClr val="tx1"/>
                </a:solidFill>
              </a:rPr>
              <a:t> </a:t>
            </a:r>
            <a:r>
              <a:rPr lang="fi-FI" dirty="0" err="1">
                <a:solidFill>
                  <a:schemeClr val="tx1"/>
                </a:solidFill>
              </a:rPr>
              <a:t>from</a:t>
            </a:r>
            <a:r>
              <a:rPr lang="fi-FI" dirty="0">
                <a:solidFill>
                  <a:schemeClr val="tx1"/>
                </a:solidFill>
              </a:rPr>
              <a:t> </a:t>
            </a:r>
            <a:r>
              <a:rPr lang="fi-FI" dirty="0" err="1">
                <a:solidFill>
                  <a:schemeClr val="tx1"/>
                </a:solidFill>
              </a:rPr>
              <a:t>relevant</a:t>
            </a:r>
            <a:r>
              <a:rPr lang="fi-FI" dirty="0">
                <a:solidFill>
                  <a:schemeClr val="tx1"/>
                </a:solidFill>
              </a:rPr>
              <a:t> </a:t>
            </a:r>
            <a:r>
              <a:rPr lang="fi-FI" dirty="0" err="1">
                <a:solidFill>
                  <a:schemeClr val="tx1"/>
                </a:solidFill>
              </a:rPr>
              <a:t>local</a:t>
            </a:r>
            <a:r>
              <a:rPr lang="fi-FI" dirty="0">
                <a:solidFill>
                  <a:schemeClr val="tx1"/>
                </a:solidFill>
              </a:rPr>
              <a:t> </a:t>
            </a:r>
            <a:r>
              <a:rPr lang="fi-FI" dirty="0" err="1">
                <a:solidFill>
                  <a:schemeClr val="tx1"/>
                </a:solidFill>
              </a:rPr>
              <a:t>partner</a:t>
            </a:r>
            <a:endParaRPr lang="fi-FI" dirty="0">
              <a:solidFill>
                <a:schemeClr val="tx1"/>
              </a:solidFill>
            </a:endParaRPr>
          </a:p>
          <a:p>
            <a:pPr algn="ctr"/>
            <a:r>
              <a:rPr lang="fi-FI" dirty="0">
                <a:solidFill>
                  <a:schemeClr val="tx1"/>
                </a:solidFill>
              </a:rPr>
              <a:t>(Hotel, Transport </a:t>
            </a:r>
            <a:r>
              <a:rPr lang="fi-FI" dirty="0" err="1">
                <a:solidFill>
                  <a:schemeClr val="tx1"/>
                </a:solidFill>
              </a:rPr>
              <a:t>etc</a:t>
            </a:r>
            <a:r>
              <a:rPr lang="fi-FI" dirty="0">
                <a:solidFill>
                  <a:schemeClr val="tx1"/>
                </a:solidFill>
              </a:rPr>
              <a:t>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9919F5-8140-B3A3-A0D9-1CA424727CDA}"/>
              </a:ext>
            </a:extLst>
          </p:cNvPr>
          <p:cNvSpPr/>
          <p:nvPr/>
        </p:nvSpPr>
        <p:spPr>
          <a:xfrm>
            <a:off x="273375" y="6608188"/>
            <a:ext cx="2960017" cy="28374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>
                <a:solidFill>
                  <a:schemeClr val="tx1"/>
                </a:solidFill>
              </a:rPr>
              <a:t>Cross </a:t>
            </a:r>
            <a:r>
              <a:rPr lang="fi-FI" dirty="0" err="1">
                <a:solidFill>
                  <a:schemeClr val="tx1"/>
                </a:solidFill>
              </a:rPr>
              <a:t>sell</a:t>
            </a:r>
            <a:r>
              <a:rPr lang="fi-FI" dirty="0">
                <a:solidFill>
                  <a:schemeClr val="tx1"/>
                </a:solidFill>
              </a:rPr>
              <a:t> </a:t>
            </a:r>
            <a:r>
              <a:rPr lang="fi-FI" dirty="0" err="1">
                <a:solidFill>
                  <a:schemeClr val="tx1"/>
                </a:solidFill>
              </a:rPr>
              <a:t>from</a:t>
            </a:r>
            <a:r>
              <a:rPr lang="fi-FI" dirty="0">
                <a:solidFill>
                  <a:schemeClr val="tx1"/>
                </a:solidFill>
              </a:rPr>
              <a:t> </a:t>
            </a:r>
            <a:r>
              <a:rPr lang="fi-FI" dirty="0" err="1">
                <a:solidFill>
                  <a:schemeClr val="tx1"/>
                </a:solidFill>
              </a:rPr>
              <a:t>relevant</a:t>
            </a:r>
            <a:r>
              <a:rPr lang="fi-FI" dirty="0">
                <a:solidFill>
                  <a:schemeClr val="tx1"/>
                </a:solidFill>
              </a:rPr>
              <a:t> </a:t>
            </a:r>
            <a:r>
              <a:rPr lang="fi-FI" dirty="0" err="1">
                <a:solidFill>
                  <a:schemeClr val="tx1"/>
                </a:solidFill>
              </a:rPr>
              <a:t>event</a:t>
            </a:r>
            <a:r>
              <a:rPr lang="fi-FI" dirty="0">
                <a:solidFill>
                  <a:schemeClr val="tx1"/>
                </a:solidFill>
              </a:rPr>
              <a:t> </a:t>
            </a:r>
            <a:r>
              <a:rPr lang="fi-FI" dirty="0" err="1">
                <a:solidFill>
                  <a:schemeClr val="tx1"/>
                </a:solidFill>
              </a:rPr>
              <a:t>related</a:t>
            </a:r>
            <a:endParaRPr lang="fi-FI" dirty="0">
              <a:solidFill>
                <a:schemeClr val="tx1"/>
              </a:solidFill>
            </a:endParaRPr>
          </a:p>
          <a:p>
            <a:pPr algn="ctr"/>
            <a:r>
              <a:rPr lang="fi-FI" dirty="0" err="1">
                <a:solidFill>
                  <a:schemeClr val="tx1"/>
                </a:solidFill>
              </a:rPr>
              <a:t>Merchendize</a:t>
            </a:r>
            <a:r>
              <a:rPr lang="fi-FI" dirty="0">
                <a:solidFill>
                  <a:schemeClr val="tx1"/>
                </a:solidFill>
              </a:rPr>
              <a:t>, </a:t>
            </a:r>
          </a:p>
          <a:p>
            <a:pPr algn="ctr"/>
            <a:r>
              <a:rPr lang="fi-FI" dirty="0">
                <a:solidFill>
                  <a:schemeClr val="tx1"/>
                </a:solidFill>
              </a:rPr>
              <a:t>Event </a:t>
            </a:r>
            <a:r>
              <a:rPr lang="fi-FI" dirty="0" err="1">
                <a:solidFill>
                  <a:schemeClr val="tx1"/>
                </a:solidFill>
              </a:rPr>
              <a:t>preorder</a:t>
            </a:r>
            <a:r>
              <a:rPr lang="fi-FI" dirty="0">
                <a:solidFill>
                  <a:schemeClr val="tx1"/>
                </a:solidFill>
              </a:rPr>
              <a:t> (food, </a:t>
            </a:r>
            <a:r>
              <a:rPr lang="fi-FI" dirty="0" err="1">
                <a:solidFill>
                  <a:schemeClr val="tx1"/>
                </a:solidFill>
              </a:rPr>
              <a:t>drinks</a:t>
            </a:r>
            <a:r>
              <a:rPr lang="fi-FI" dirty="0">
                <a:solidFill>
                  <a:schemeClr val="tx1"/>
                </a:solidFill>
              </a:rPr>
              <a:t> </a:t>
            </a:r>
            <a:r>
              <a:rPr lang="fi-FI" dirty="0" err="1">
                <a:solidFill>
                  <a:schemeClr val="tx1"/>
                </a:solidFill>
              </a:rPr>
              <a:t>etc</a:t>
            </a:r>
            <a:r>
              <a:rPr lang="fi-FI" dirty="0">
                <a:solidFill>
                  <a:schemeClr val="tx1"/>
                </a:solidFill>
              </a:rPr>
              <a:t>)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2A006A-E761-0BAA-7BD8-14901722BF77}"/>
              </a:ext>
            </a:extLst>
          </p:cNvPr>
          <p:cNvSpPr/>
          <p:nvPr/>
        </p:nvSpPr>
        <p:spPr>
          <a:xfrm>
            <a:off x="3428996" y="6608188"/>
            <a:ext cx="2960017" cy="28374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dirty="0" err="1">
                <a:solidFill>
                  <a:schemeClr val="tx1"/>
                </a:solidFill>
              </a:rPr>
              <a:t>Relevant</a:t>
            </a:r>
            <a:r>
              <a:rPr lang="fi-FI" dirty="0">
                <a:solidFill>
                  <a:schemeClr val="tx1"/>
                </a:solidFill>
              </a:rPr>
              <a:t> info of</a:t>
            </a:r>
          </a:p>
          <a:p>
            <a:pPr algn="ctr"/>
            <a:r>
              <a:rPr lang="fi-FI" dirty="0" err="1">
                <a:solidFill>
                  <a:schemeClr val="tx1"/>
                </a:solidFill>
              </a:rPr>
              <a:t>Location</a:t>
            </a:r>
            <a:endParaRPr lang="fi-FI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588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62</Words>
  <Application>Microsoft Office PowerPoint</Application>
  <PresentationFormat>A4 Paper (210x297 mm)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Amazon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Kalliomaki, Seppo</dc:creator>
  <cp:lastModifiedBy>Michel M Rabet</cp:lastModifiedBy>
  <cp:revision>1</cp:revision>
  <dcterms:created xsi:type="dcterms:W3CDTF">2026-04-26T17:28:19Z</dcterms:created>
  <dcterms:modified xsi:type="dcterms:W3CDTF">2026-04-26T18:08:23Z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2026-04-26T17:50:00Z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cf3cd7db-a43c-4734-8d0a-fc96dcabb83a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10, 3, 0, 1</vt:lpwstr>
  </property>
</Properties>
</file>